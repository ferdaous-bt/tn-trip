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TSWPUPZTuVjy5EoeRSfNwJZn6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F0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149175" y="0"/>
            <a:ext cx="4550400" cy="5143500"/>
          </a:xfrm>
          <a:prstGeom prst="rect">
            <a:avLst/>
          </a:prstGeom>
          <a:solidFill>
            <a:srgbClr val="8B152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114800" y="73152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TUN Trip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114800" y="17373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3E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17F3E"/>
                </a:solidFill>
                <a:latin typeface="Calibri"/>
                <a:ea typeface="Calibri"/>
                <a:cs typeface="Calibri"/>
                <a:sym typeface="Calibri"/>
              </a:rPr>
              <a:t>Discover the pearl of Tunisia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114800" y="2377440"/>
            <a:ext cx="1371600" cy="36576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114800" y="26517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AI-Powered Smart Tourism Planner for Tunisia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0" y="338328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262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577840" y="338328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Regions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040880" y="338328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40km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Max/jour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F5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A0F08"/>
                </a:solidFill>
                <a:latin typeface="Georgia"/>
                <a:ea typeface="Georgia"/>
                <a:cs typeface="Georgia"/>
                <a:sym typeface="Georgia"/>
              </a:rPr>
              <a:t>Le Probleme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Pourquoi le tourisme interieur en Tunisie reste sous-exploite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1554480"/>
            <a:ext cx="5943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1554480"/>
            <a:ext cx="64008" cy="9144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0F08"/>
                </a:solidFill>
                <a:latin typeface="Georgia"/>
                <a:ea typeface="Georgia"/>
                <a:cs typeface="Georgia"/>
                <a:sym typeface="Georgia"/>
              </a:rPr>
              <a:t>Information fragmentee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31520" y="192024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Les touristes passent des heures a chercher des infos sur Facebook, blogs et bouche-a-oreille. Aucune source centralisee fiable.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858000" y="15544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73%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2651760"/>
            <a:ext cx="5943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57200" y="2651760"/>
            <a:ext cx="64008" cy="9144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0F08"/>
                </a:solidFill>
                <a:latin typeface="Georgia"/>
                <a:ea typeface="Georgia"/>
                <a:cs typeface="Georgia"/>
                <a:sym typeface="Georgia"/>
              </a:rPr>
              <a:t>Planification complexe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31520" y="30175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Calculer les distances, les budgets, les horaires entre 11 regions et des centaines de sites est un cauchemar logistique.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858000" y="265176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85%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3749040"/>
            <a:ext cx="5943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3749040"/>
            <a:ext cx="64008" cy="9144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3152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0F08"/>
                </a:solidFill>
                <a:latin typeface="Georgia"/>
                <a:ea typeface="Georgia"/>
                <a:cs typeface="Georgia"/>
                <a:sym typeface="Georgia"/>
              </a:rPr>
              <a:t>Potentiel inconnu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31520" y="411480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majorite des visiteurs se limitent a Hammamet et Djerba. Des pepites comme Haïdra, Korbous ou Zaghouan restent invisibles.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58000" y="374904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60%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583680" y="44348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tunisiens planifient leurs vacances via reseaux sociaux sans outil dedie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F0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Notre Solution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3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17F3E"/>
                </a:solidFill>
                <a:latin typeface="Calibri"/>
                <a:ea typeface="Calibri"/>
                <a:cs typeface="Calibri"/>
                <a:sym typeface="Calibri"/>
              </a:rPr>
              <a:t>TUN Trip — L'intelligence artificielle au service du voyage tunisien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1508760"/>
            <a:ext cx="4023360" cy="141732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8470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1325880" y="16459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Planification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325880" y="201168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L'algorithme analyse vos preferences, budget et duree pour generer un itineraire optimal avec clustering geographique.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754880" y="1508760"/>
            <a:ext cx="4023360" cy="141732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937760" y="1737360"/>
            <a:ext cx="502920" cy="50292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7488" y="18470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5623560" y="16459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262 Destinations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623560" y="201168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Base de donnees curee de lieux authentiques : sites historiques, plages, activites, restaurants, cafes a travers 11 regions.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3154680"/>
            <a:ext cx="4023360" cy="141732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8" y="3493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325880" y="32918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Distance optimisee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325880" y="36576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Maximum 40km entre chaque etape. Tri nearest-neighbor pour zero aller-retour. Cartes Leaflet interactives.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754880" y="3154680"/>
            <a:ext cx="4023360" cy="141732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937760" y="3383280"/>
            <a:ext cx="502920" cy="50292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7488" y="3493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5623560" y="32918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Multi-region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623560" y="36576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Selection multiple de zones. Le plan melange intelligemment les regions pour un voyage diversifie sans repetitions.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A0F08"/>
                </a:solidFill>
                <a:latin typeface="Georgia"/>
                <a:ea typeface="Georgia"/>
                <a:cs typeface="Georgia"/>
                <a:sym typeface="Georgia"/>
              </a:rPr>
              <a:t>Comment ca marche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Deux modes — un seul objectif : le voyage parfait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1463040"/>
            <a:ext cx="393192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 INTELLIGENT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1031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1051560" y="20574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1. Choisissez votre profil (Aventurier, Culturel, Gourmand...)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606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1051560" y="25603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2. Selectionnez zones et regions (multi-choix)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1089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1051560" y="30632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3. Definissez duree, budget et repas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6118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1051560" y="35661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4. L'IA genere un plan optimise par proximite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114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1051560" y="40690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5. Carte interactive + timeline par jour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754880" y="1463040"/>
            <a:ext cx="393192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solidFill>
            <a:srgbClr val="C17F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 MANUEL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1031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5349240" y="20574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1. Selectionnez plusieurs regions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606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5349240" y="25603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2. Filtrez par categorie (nature, culture, plage...)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1089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5349240" y="30632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3. Cochez vos spots favoris un par 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6118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5349240" y="35661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4. Le systeme regroupe par clusters &lt; 40km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4114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5349240" y="40690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5. Optimisation nearest-neighbor automatique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F0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Architecture Technique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74320" y="1280160"/>
            <a:ext cx="2011680" cy="256032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960120" y="1463040"/>
            <a:ext cx="640080" cy="64008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568" y="16184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274320" y="22860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11480" y="269748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262 POIs georeferences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11 regions, 7 sous-regions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Coordonnees lat/lng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240280" y="219456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514600" y="1280160"/>
            <a:ext cx="2011680" cy="256032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3200400" y="1463040"/>
            <a:ext cx="640080" cy="64008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5848" y="16184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2514600" y="22860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Scoring Engine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651760" y="269748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8 profils voyageur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Ponderation par categorie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Filtre saison + affluence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480560" y="219456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754880" y="1280160"/>
            <a:ext cx="2011680" cy="256032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440680" y="1463040"/>
            <a:ext cx="640080" cy="64008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6128" y="16184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4754880" y="22860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Clustering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892040" y="269748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spotDist() Haversine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Max 40km par cluster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Nearest-neighbor sort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720840" y="219456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995160" y="1280160"/>
            <a:ext cx="2011680" cy="256032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7680960" y="1463040"/>
            <a:ext cx="640080" cy="64008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36408" y="16184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6995160" y="22860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132320" y="269748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Timeline par jour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Carte Leaflet interactive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Budget + statistiques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74320" y="411480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O(n log 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74320" y="45262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0D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D0D0"/>
                </a:solidFill>
                <a:latin typeface="Calibri"/>
                <a:ea typeface="Calibri"/>
                <a:cs typeface="Calibri"/>
                <a:sym typeface="Calibri"/>
              </a:rPr>
              <a:t>Complexite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423160" y="411480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&lt; 2s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423160" y="45262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0D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D0D0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72000" y="411480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 repetition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572000" y="45262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0D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D0D0"/>
                </a:solidFill>
                <a:latin typeface="Calibri"/>
                <a:ea typeface="Calibri"/>
                <a:cs typeface="Calibri"/>
                <a:sym typeface="Calibri"/>
              </a:rPr>
              <a:t>Par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720840" y="411480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React + Leaflet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720840" y="45262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0D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D0D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F5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A0F08"/>
                </a:solidFill>
                <a:latin typeface="Georgia"/>
                <a:ea typeface="Georgia"/>
                <a:cs typeface="Georgia"/>
                <a:sym typeface="Georgia"/>
              </a:rPr>
              <a:t>Couverture nationale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262 destinations curees a travers 11 regions de la Tunisie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57200" y="146304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57200" y="146304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57200" y="157276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Grand Tunis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36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560320" y="146304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2560320" y="146304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2560320" y="157276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Sahel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560320" y="19202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34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663440" y="146304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663440" y="146304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663440" y="157276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Cap Bon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663440" y="19202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34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766560" y="146304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766560" y="146304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766560" y="157276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Nord-Ouest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766560" y="19202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29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57200" y="251460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57200" y="251460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57200" y="26243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Nord-Est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57200" y="29718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22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2560320" y="251460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2560320" y="251460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2560320" y="26243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Djerba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560320" y="29718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22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663440" y="251460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663440" y="251460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663440" y="26243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Centre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663440" y="29718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18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766560" y="251460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766560" y="251460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6766560" y="26243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Sud-Ouest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766560" y="29718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25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356616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457200" y="356616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457200" y="36758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Sud-Est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57200" y="40233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15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560320" y="356616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2560320" y="356616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560320" y="36758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Sfax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560320" y="40233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9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663440" y="3566160"/>
            <a:ext cx="1920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4663440" y="3566160"/>
            <a:ext cx="192024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663440" y="36758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Zaghouan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663440" y="40233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41E2A"/>
                </a:solidFill>
                <a:latin typeface="Calibri"/>
                <a:ea typeface="Calibri"/>
                <a:cs typeface="Calibri"/>
                <a:sym typeface="Calibri"/>
              </a:rPr>
              <a:t>7 lieux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Categories : Attractions | Restaurants | Cafes | Plages | Activites sportives | Nature | Mosquees | Hotels 5*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F0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Activites &amp; Experiences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7F3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17F3E"/>
                </a:solidFill>
                <a:latin typeface="Calibri"/>
                <a:ea typeface="Calibri"/>
                <a:cs typeface="Calibri"/>
                <a:sym typeface="Calibri"/>
              </a:rPr>
              <a:t>Au-dela du tourisme classique — des experiences authentiques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74320" y="1417320"/>
            <a:ext cx="2743200" cy="146304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274320" y="14173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Aventure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11480" y="182880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Quad a Tozeur, Kayak a Zaghouan, Balade chameau a Douz, Bivouac Sahara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200400" y="1417320"/>
            <a:ext cx="2743200" cy="146304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3200400" y="14173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Nautique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337560" y="182880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Plongee a Monastir, Tabarka &amp; El Haouaria, Paddle a Mahdia, Excursion Zembra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126480" y="1417320"/>
            <a:ext cx="2743200" cy="146304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126480" y="14173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Aerien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263640" y="182880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Parachute ascensionnel a Hammamet et Djerba, vues aeriennes spectaculaires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274320" y="3108960"/>
            <a:ext cx="2743200" cy="146304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274320" y="31089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Equestre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11480" y="352044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Balade a cheval sur les plages de Djerba au coucher du soleil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200400" y="3108960"/>
            <a:ext cx="2743200" cy="146304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3200400" y="31089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Culturel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337560" y="352044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Ribat de Sousse &amp; Monastir, Bled Arbi, Medinas millenaires, Mosquees historiques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126480" y="3108960"/>
            <a:ext cx="2743200" cy="146304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6126480" y="31089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Gastronomie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263640" y="352044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Makroudh a Kairouan, Poisson a Mahdia, Couscous au Sud, Cafe turc a Sidi Bou Said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F5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A0F08"/>
                </a:solidFill>
                <a:latin typeface="Georgia"/>
                <a:ea typeface="Georgia"/>
                <a:cs typeface="Georgia"/>
                <a:sym typeface="Georgia"/>
              </a:rPr>
              <a:t>Marche &amp; Impact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457200" y="12344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9.4M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Touristes en Tunisie (2024)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3291840" y="12344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3E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C17F3E"/>
                </a:solidFill>
                <a:latin typeface="Georgia"/>
                <a:ea typeface="Georgia"/>
                <a:cs typeface="Georgia"/>
                <a:sym typeface="Georgia"/>
              </a:rPr>
              <a:t>6.2%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291840" y="21031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Contribution au PIB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6126480" y="12344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520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8B1520"/>
                </a:solidFill>
                <a:latin typeface="Georgia"/>
                <a:ea typeface="Georgia"/>
                <a:cs typeface="Georgia"/>
                <a:sym typeface="Georgia"/>
              </a:rPr>
              <a:t>70%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limitent a 2-3 destinations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A0F08"/>
                </a:solidFill>
                <a:latin typeface="Georgia"/>
                <a:ea typeface="Georgia"/>
                <a:cs typeface="Georgia"/>
                <a:sym typeface="Georgia"/>
              </a:rPr>
              <a:t>Impact vise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777240" y="340156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Democratiser l'acces aux destinations meconnues de la Tunisie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130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/>
          <p:nvPr/>
        </p:nvSpPr>
        <p:spPr>
          <a:xfrm>
            <a:off x="777240" y="378561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Redistribuer le flux touristique vers les regions interieures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1970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/>
          <p:nvPr/>
        </p:nvSpPr>
        <p:spPr>
          <a:xfrm>
            <a:off x="777240" y="416966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Promouvoir le patrimoine culturel et naturel tunisien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811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"/>
          <p:cNvSpPr/>
          <p:nvPr/>
        </p:nvSpPr>
        <p:spPr>
          <a:xfrm>
            <a:off x="777240" y="455371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F0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0F08"/>
                </a:solidFill>
                <a:latin typeface="Calibri"/>
                <a:ea typeface="Calibri"/>
                <a:cs typeface="Calibri"/>
                <a:sym typeface="Calibri"/>
              </a:rPr>
              <a:t>Soutenir l'economie locale des petites villes et villages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F08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Roadmap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31520" y="2194560"/>
            <a:ext cx="7680960" cy="36576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1234440" y="2011680"/>
            <a:ext cx="365760" cy="36576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1234440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57200" y="2606040"/>
            <a:ext cx="1965960" cy="219456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457200" y="265176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Phase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57200" y="29260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3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17F3E"/>
                </a:solidFill>
                <a:latin typeface="Calibri"/>
                <a:ea typeface="Calibri"/>
                <a:cs typeface="Calibri"/>
                <a:sym typeface="Calibri"/>
              </a:rPr>
              <a:t>Mars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94360" y="3246120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Prototype React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262 POIs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Algorithme clustering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Demo AINC'26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383280" y="2011680"/>
            <a:ext cx="365760" cy="36576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3383280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2606040" y="2606040"/>
            <a:ext cx="1965960" cy="219456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2606040" y="265176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Phase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2606040" y="29260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3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17F3E"/>
                </a:solidFill>
                <a:latin typeface="Calibri"/>
                <a:ea typeface="Calibri"/>
                <a:cs typeface="Calibri"/>
                <a:sym typeface="Calibri"/>
              </a:rPr>
              <a:t>Juin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2743200" y="3246120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App mobile React Native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API backend Node.js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Integration GPS temps reel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Photos HD par region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532120" y="2011680"/>
            <a:ext cx="365760" cy="36576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532120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754880" y="2606040"/>
            <a:ext cx="1965960" cy="219456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4754880" y="265176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Phase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754880" y="29260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3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17F3E"/>
                </a:solidFill>
                <a:latin typeface="Calibri"/>
                <a:ea typeface="Calibri"/>
                <a:cs typeface="Calibri"/>
                <a:sym typeface="Calibri"/>
              </a:rPr>
              <a:t>Dec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892040" y="3246120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Reservation hotels &amp; restos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Avis &amp; notes utilisateurs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Guide audio 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Widget meteo integre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7680960" y="2011680"/>
            <a:ext cx="365760" cy="36576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7680960" y="2011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903720" y="2606040"/>
            <a:ext cx="1965960" cy="2194560"/>
          </a:xfrm>
          <a:prstGeom prst="rect">
            <a:avLst/>
          </a:prstGeom>
          <a:solidFill>
            <a:srgbClr val="2A1A1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903720" y="265176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1E2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41E2A"/>
                </a:solidFill>
                <a:latin typeface="Georgia"/>
                <a:ea typeface="Georgia"/>
                <a:cs typeface="Georgia"/>
                <a:sym typeface="Georgia"/>
              </a:rPr>
              <a:t>Phase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903720" y="29260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3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17F3E"/>
                </a:solidFill>
                <a:latin typeface="Calibri"/>
                <a:ea typeface="Calibri"/>
                <a:cs typeface="Calibri"/>
                <a:sym typeface="Calibri"/>
              </a:rPr>
              <a:t>2027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7040880" y="3246120"/>
            <a:ext cx="1691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Expansion Maghreb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Partenariats ONTT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Monetisation B2B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A09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A090"/>
                </a:solidFill>
                <a:latin typeface="Calibri"/>
                <a:ea typeface="Calibri"/>
                <a:cs typeface="Calibri"/>
                <a:sym typeface="Calibri"/>
              </a:rPr>
              <a:t>Version multilingue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F08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2743200" y="914400"/>
            <a:ext cx="3657600" cy="54864"/>
          </a:xfrm>
          <a:prstGeom prst="rect">
            <a:avLst/>
          </a:prstGeom>
          <a:solidFill>
            <a:srgbClr val="C17F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0" y="118872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TUN Trip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0" y="2194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7F3E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17F3E"/>
                </a:solidFill>
                <a:latin typeface="Calibri"/>
                <a:ea typeface="Calibri"/>
                <a:cs typeface="Calibri"/>
                <a:sym typeface="Calibri"/>
              </a:rPr>
              <a:t>Discover the pearl of Tunisia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0" y="3108960"/>
            <a:ext cx="9144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de votre attention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2026-02-28T02:59:37Z</dcterms:created>
  <dc:creator>TUN Trip Team</dc:creator>
</cp:coreProperties>
</file>